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 Readiness Module | PRP370S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Business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communication involves exchanging information to achieve goals and maintain professionalism.</a:t>
            </a:r>
          </a:p>
          <a:p>
            <a:pPr>
              <a:spcAft>
                <a:spcPts val="1000"/>
              </a:spcAft>
            </a:pPr>
            <a:r>
              <a:t>It enables collaboration, builds relationships, and ensures clarity in the workplace.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 vs Informal 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Tone:</a:t>
            </a:r>
          </a:p>
          <a:p>
            <a:r>
              <a:t>• Professional, structured, and polite.</a:t>
            </a:r>
          </a:p>
          <a:p>
            <a:r>
              <a:t>• Uses correct grammar and avoids slang.</a:t>
            </a:r>
          </a:p>
          <a:p>
            <a:r>
              <a:t>Informal Tone:</a:t>
            </a:r>
          </a:p>
          <a:p>
            <a:r>
              <a:t>• Conversational, relaxed, and friendly.</a:t>
            </a:r>
          </a:p>
          <a:p>
            <a:r>
              <a:t>• May include contractions or colloquial expressions.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an Appropriate 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deciding tone, consider:</a:t>
            </a:r>
          </a:p>
          <a:p>
            <a:r>
              <a:t>• Audience – Who are you addressing?</a:t>
            </a:r>
          </a:p>
          <a:p>
            <a:r>
              <a:t>• Purpose – What outcome do you want?</a:t>
            </a:r>
          </a:p>
          <a:p>
            <a:r>
              <a:t>• Context – Is this formal or casual communication?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Business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clear, professional email should include:</a:t>
            </a:r>
          </a:p>
          <a:p>
            <a:r>
              <a:t>1. Subject line – concise and relevant.</a:t>
            </a:r>
          </a:p>
          <a:p>
            <a:r>
              <a:t>2. Greeting – polite and appropriate.</a:t>
            </a:r>
          </a:p>
          <a:p>
            <a:r>
              <a:t>3. Body – concise, clear, and structured.</a:t>
            </a:r>
          </a:p>
          <a:p>
            <a:r>
              <a:t>4. Closing – courteous and professional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Style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Guidelines for effective email communication:</a:t>
            </a:r>
          </a:p>
          <a:p>
            <a:r>
              <a:t>• Use correct spelling and grammar.</a:t>
            </a:r>
          </a:p>
          <a:p>
            <a:r>
              <a:t>• Avoid slang, emoticons, or all caps.</a:t>
            </a:r>
          </a:p>
          <a:p>
            <a:r>
              <a:t>• Be polite, concise, and respectful.</a:t>
            </a:r>
          </a:p>
          <a:p>
            <a:r>
              <a:t>• Proofread before sending.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Hey, pls send me the report ASAP. Thx!</a:t>
            </a:r>
          </a:p>
          <a:p>
            <a:r>
              <a:t>After: Dear Sarah, Could you please send me the sales report by 3 PM today? Thank you.</a:t>
            </a:r>
          </a:p>
          <a:p>
            <a:r>
              <a:t>Key differences: clarity, tone, structure, and professionalism.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communication should be clear, concise, and respectful.</a:t>
            </a:r>
          </a:p>
          <a:p>
            <a:r>
              <a:t>• Choose tone appropriate to your audience and purpose.</a:t>
            </a:r>
          </a:p>
          <a:p>
            <a:r>
              <a:t>• Follow email structure and etiquette.</a:t>
            </a:r>
          </a:p>
          <a:p>
            <a:r>
              <a:t>• Proofread and remain professional in all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